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6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3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BA82FC7A-C545-44D2-9655-B14244970FEC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591341DF-9261-4AC4-9859-17B71A3BA0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9123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2FC7A-C545-44D2-9655-B14244970FEC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341DF-9261-4AC4-9859-17B71A3BA0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57644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2FC7A-C545-44D2-9655-B14244970FEC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341DF-9261-4AC4-9859-17B71A3BA0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9548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2FC7A-C545-44D2-9655-B14244970FEC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341DF-9261-4AC4-9859-17B71A3BA0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41695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2FC7A-C545-44D2-9655-B14244970FEC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341DF-9261-4AC4-9859-17B71A3BA0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15092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2FC7A-C545-44D2-9655-B14244970FEC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341DF-9261-4AC4-9859-17B71A3BA0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04066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2FC7A-C545-44D2-9655-B14244970FEC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341DF-9261-4AC4-9859-17B71A3BA0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4330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2FC7A-C545-44D2-9655-B14244970FEC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341DF-9261-4AC4-9859-17B71A3BA0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6134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2FC7A-C545-44D2-9655-B14244970FEC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341DF-9261-4AC4-9859-17B71A3BA0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43174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2FC7A-C545-44D2-9655-B14244970FEC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341DF-9261-4AC4-9859-17B71A3BA0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38436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2FC7A-C545-44D2-9655-B14244970FEC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341DF-9261-4AC4-9859-17B71A3BA0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72363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2FC7A-C545-44D2-9655-B14244970FEC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341DF-9261-4AC4-9859-17B71A3BA0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49546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2FC7A-C545-44D2-9655-B14244970FEC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341DF-9261-4AC4-9859-17B71A3BA0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37208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2FC7A-C545-44D2-9655-B14244970FEC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341DF-9261-4AC4-9859-17B71A3BA0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04724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2FC7A-C545-44D2-9655-B14244970FEC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341DF-9261-4AC4-9859-17B71A3BA0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99160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BA82FC7A-C545-44D2-9655-B14244970FEC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341DF-9261-4AC4-9859-17B71A3BA0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66706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BA82FC7A-C545-44D2-9655-B14244970FEC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341DF-9261-4AC4-9859-17B71A3BA0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8443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BA82FC7A-C545-44D2-9655-B14244970FEC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IN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591341DF-9261-4AC4-9859-17B71A3BA0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7884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50F79-B4D9-42BF-73BC-850D9EBBA24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Project Bank Bot AI Chatbot For Banking FAQs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DF6F88-0792-61F3-1486-C64752CEDC6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                                            </a:t>
            </a:r>
            <a:r>
              <a:rPr lang="en-IN" dirty="0" err="1">
                <a:solidFill>
                  <a:srgbClr val="FFFF00"/>
                </a:solidFill>
              </a:rPr>
              <a:t>Vallivedu</a:t>
            </a:r>
            <a:r>
              <a:rPr lang="en-IN" dirty="0">
                <a:solidFill>
                  <a:srgbClr val="FFFF00"/>
                </a:solidFill>
              </a:rPr>
              <a:t> </a:t>
            </a:r>
            <a:r>
              <a:rPr lang="en-IN" dirty="0" err="1">
                <a:solidFill>
                  <a:srgbClr val="FFFF00"/>
                </a:solidFill>
              </a:rPr>
              <a:t>madhuri</a:t>
            </a:r>
            <a:r>
              <a:rPr lang="en-IN" dirty="0">
                <a:solidFill>
                  <a:srgbClr val="FFFF00"/>
                </a:solidFill>
              </a:rPr>
              <a:t> Reddy</a:t>
            </a:r>
          </a:p>
        </p:txBody>
      </p:sp>
    </p:spTree>
    <p:extLst>
      <p:ext uri="{BB962C8B-B14F-4D97-AF65-F5344CB8AC3E}">
        <p14:creationId xmlns:p14="http://schemas.microsoft.com/office/powerpoint/2010/main" val="35940022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75F9C98-B2FB-3E89-CB67-8C2F5427F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Project Overview</a:t>
            </a:r>
            <a:br>
              <a:rPr lang="en-IN" dirty="0"/>
            </a:br>
            <a:br>
              <a:rPr lang="en-IN" dirty="0"/>
            </a:b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90EEB9C-1F5B-EBB0-928B-0A74762791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1" dirty="0"/>
              <a:t>Redefining Banking Accessibility with AI</a:t>
            </a:r>
          </a:p>
        </p:txBody>
      </p:sp>
    </p:spTree>
    <p:extLst>
      <p:ext uri="{BB962C8B-B14F-4D97-AF65-F5344CB8AC3E}">
        <p14:creationId xmlns:p14="http://schemas.microsoft.com/office/powerpoint/2010/main" val="4089717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2C39E-2679-BA25-6FBC-8D3BD12A2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OUR Vision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D6610F-02B2-869B-A26F-9F8DD4DDC25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A Personal Banker in Your Pocket</a:t>
            </a:r>
          </a:p>
          <a:p>
            <a:pPr marL="0" indent="0">
              <a:buNone/>
            </a:pPr>
            <a:r>
              <a:rPr lang="en-US" dirty="0"/>
              <a:t>Our vision is to democratize access to financial information. By leveraging Natural Language Processing (NLP), </a:t>
            </a:r>
            <a:r>
              <a:rPr lang="en-US" dirty="0" err="1"/>
              <a:t>Bank_Bot</a:t>
            </a:r>
            <a:r>
              <a:rPr lang="en-US" dirty="0"/>
              <a:t> understands user intent and provides accurate, secure, and human-like responses instantly.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BCC870D5-7A0E-78E8-F9BB-3F98650B8350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2769" y="2603500"/>
            <a:ext cx="3416300" cy="3416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340347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C0006-78E4-8C43-00E8-4C8AE24E7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The Challenge &amp; Our Solution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97BC7D-206B-E672-314B-82323A2801B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The Problem</a:t>
            </a:r>
            <a:endParaRPr lang="en-IN" dirty="0"/>
          </a:p>
          <a:p>
            <a:pPr marL="0" indent="0">
              <a:buNone/>
            </a:pPr>
            <a:r>
              <a:rPr lang="en-US" dirty="0"/>
              <a:t>Customers currently face long wait times for simple queries like balance checks and transaction history. Traditional support hours are limited, leaving users frustrated during off-hours.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52A4E3-EEF0-DE94-089C-721480AE288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The Solution:</a:t>
            </a:r>
          </a:p>
          <a:p>
            <a:pPr marL="0" indent="0">
              <a:buNone/>
            </a:pPr>
            <a:r>
              <a:rPr lang="en-US" dirty="0"/>
              <a:t>Bank Bot AI is an intelligent conversational agent available 24/7. It instantly resolves routine banking queries, reducing operational costs and significantly enhancing customer satisfaction.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307292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8B00A-22FB-F0E6-971E-87A53B1E3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MileStone</a:t>
            </a:r>
            <a:r>
              <a:rPr lang="en-IN" dirty="0"/>
              <a:t> 1:Core Features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787435-CDCE-C228-2BB1-63FDDF71B9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2800" dirty="0"/>
              <a:t>Balance Check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4CE5A0-D009-6ADE-8028-12D11365C765}"/>
              </a:ext>
            </a:extLst>
          </p:cNvPr>
          <p:cNvSpPr>
            <a:spLocks noGrp="1"/>
          </p:cNvSpPr>
          <p:nvPr>
            <p:ph type="body" sz="half" idx="15"/>
          </p:nvPr>
        </p:nvSpPr>
        <p:spPr/>
        <p:txBody>
          <a:bodyPr/>
          <a:lstStyle/>
          <a:p>
            <a:r>
              <a:rPr lang="en-US" sz="2400" dirty="0"/>
              <a:t>Instant real-time retrieval of current account balance with simple text commands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F3FA61-9853-1189-10E2-0D5633A4CD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IN" sz="2800" dirty="0"/>
              <a:t>Mini Statement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D5F93EE-ACD5-E098-65E0-04364AB3B6B0}"/>
              </a:ext>
            </a:extLst>
          </p:cNvPr>
          <p:cNvSpPr>
            <a:spLocks noGrp="1"/>
          </p:cNvSpPr>
          <p:nvPr>
            <p:ph type="body" sz="half" idx="16"/>
          </p:nvPr>
        </p:nvSpPr>
        <p:spPr/>
        <p:txBody>
          <a:bodyPr/>
          <a:lstStyle/>
          <a:p>
            <a:r>
              <a:rPr lang="en-US" sz="2400" dirty="0"/>
              <a:t>View the last 5 transactions instantly to track recent spending activity.</a:t>
            </a:r>
          </a:p>
          <a:p>
            <a:br>
              <a:rPr lang="en-US" dirty="0"/>
            </a:br>
            <a:endParaRPr lang="en-IN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43A8BC-31F4-57FA-5445-5D7C637AE2D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IN" sz="2800" dirty="0"/>
              <a:t>Smart FAQs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1FEB371-2C46-4085-5672-9D9E1C5E38E1}"/>
              </a:ext>
            </a:extLst>
          </p:cNvPr>
          <p:cNvSpPr>
            <a:spLocks noGrp="1"/>
          </p:cNvSpPr>
          <p:nvPr>
            <p:ph type="body" sz="half" idx="17"/>
          </p:nvPr>
        </p:nvSpPr>
        <p:spPr/>
        <p:txBody>
          <a:bodyPr/>
          <a:lstStyle/>
          <a:p>
            <a:r>
              <a:rPr lang="en-US" sz="2400" dirty="0"/>
              <a:t>Automated answers to common questions regarding bank policies, hours, and services.</a:t>
            </a:r>
          </a:p>
          <a:p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7021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D7B4B-C5EF-73C4-2B9A-3B17C3E72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Train Intents &amp; NLU Visualizer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D8FA287-1A93-B46B-C4D3-222AEE61BE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5700" y="2779222"/>
            <a:ext cx="8824913" cy="3064855"/>
          </a:xfrm>
        </p:spPr>
      </p:pic>
    </p:spTree>
    <p:extLst>
      <p:ext uri="{BB962C8B-B14F-4D97-AF65-F5344CB8AC3E}">
        <p14:creationId xmlns:p14="http://schemas.microsoft.com/office/powerpoint/2010/main" val="38404611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EA162-335F-1DC2-4A5A-1ACA7AB42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Intent Analysis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5D8EB23-9062-F5FA-817F-2CB03F8A51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9108" y="2603500"/>
            <a:ext cx="7858097" cy="3416300"/>
          </a:xfrm>
        </p:spPr>
      </p:pic>
    </p:spTree>
    <p:extLst>
      <p:ext uri="{BB962C8B-B14F-4D97-AF65-F5344CB8AC3E}">
        <p14:creationId xmlns:p14="http://schemas.microsoft.com/office/powerpoint/2010/main" val="18950416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DB6C3-F12E-0EFF-1B5D-9DC928128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Milestone 2:Core Features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3C0CFD-891B-5DE2-36AE-E218F627BD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User Interface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5F31AE-C258-AF75-FD90-5EDE16650BE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Its having the register, login.</a:t>
            </a:r>
          </a:p>
          <a:p>
            <a:pPr marL="0" indent="0">
              <a:buNone/>
            </a:pPr>
            <a:r>
              <a:rPr lang="en-IN" dirty="0"/>
              <a:t>It also having chat bot applications</a:t>
            </a:r>
          </a:p>
          <a:p>
            <a:pPr marL="0" indent="0">
              <a:buNone/>
            </a:pPr>
            <a:r>
              <a:rPr lang="en-IN" dirty="0"/>
              <a:t>Ui having chat analysis</a:t>
            </a:r>
          </a:p>
          <a:p>
            <a:pPr marL="0" indent="0">
              <a:buNone/>
            </a:pPr>
            <a:r>
              <a:rPr lang="en-IN" dirty="0"/>
              <a:t>Its also having help and history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1AFDF8-1AAA-C852-65CE-E684A7EDB7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IN" dirty="0" err="1"/>
              <a:t>DataBase</a:t>
            </a:r>
            <a:r>
              <a:rPr lang="en-IN" dirty="0"/>
              <a:t> </a:t>
            </a:r>
            <a:r>
              <a:rPr lang="en-IN" dirty="0" err="1"/>
              <a:t>Managemnet</a:t>
            </a: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A86FCB-584A-83C6-B31C-1AFD51E6B6FA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Here whatever we are register that savings that should affect on SQLite</a:t>
            </a:r>
          </a:p>
          <a:p>
            <a:pPr marL="0" indent="0">
              <a:buNone/>
            </a:pPr>
            <a:r>
              <a:rPr lang="en-IN" dirty="0"/>
              <a:t>We can alter, create, delete the database data.</a:t>
            </a:r>
          </a:p>
        </p:txBody>
      </p:sp>
    </p:spTree>
    <p:extLst>
      <p:ext uri="{BB962C8B-B14F-4D97-AF65-F5344CB8AC3E}">
        <p14:creationId xmlns:p14="http://schemas.microsoft.com/office/powerpoint/2010/main" val="11450008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89AE2-9C46-FF19-008E-0331E8330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ChatBot</a:t>
            </a:r>
            <a:r>
              <a:rPr lang="en-IN" dirty="0"/>
              <a:t> Home Page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9C524CA-3A6E-0DD2-B45E-805EC4432F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5700" y="2615085"/>
            <a:ext cx="8824913" cy="3393130"/>
          </a:xfrm>
        </p:spPr>
      </p:pic>
    </p:spTree>
    <p:extLst>
      <p:ext uri="{BB962C8B-B14F-4D97-AF65-F5344CB8AC3E}">
        <p14:creationId xmlns:p14="http://schemas.microsoft.com/office/powerpoint/2010/main" val="18433286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E60C3-B4C8-994F-6C94-FF78397EC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Chatting application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F3825EF-7CE4-D57A-CE15-ACE633EB9D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8597" y="2603500"/>
            <a:ext cx="8199119" cy="3416300"/>
          </a:xfrm>
        </p:spPr>
      </p:pic>
    </p:spTree>
    <p:extLst>
      <p:ext uri="{BB962C8B-B14F-4D97-AF65-F5344CB8AC3E}">
        <p14:creationId xmlns:p14="http://schemas.microsoft.com/office/powerpoint/2010/main" val="36167380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23748-58C2-8D93-5923-3FEAACD4C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Milestone-3:CoreFeatures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E1D30F-63FC-C89E-5B32-72E3319644F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800" dirty="0"/>
              <a:t>It having transfer money, check Balance, Find ATM, Loan Details, and Block Card.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78F47D-D8CF-52DD-2F84-0744A352803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800" dirty="0"/>
              <a:t>We Can Integrate the </a:t>
            </a:r>
            <a:r>
              <a:rPr lang="en-IN" sz="2800" dirty="0" err="1"/>
              <a:t>Grok_API</a:t>
            </a:r>
            <a:r>
              <a:rPr lang="en-IN" sz="2800" dirty="0"/>
              <a:t> Key to the chatbot that it can answer to whatever you ask the chatbot.</a:t>
            </a:r>
          </a:p>
        </p:txBody>
      </p:sp>
    </p:spTree>
    <p:extLst>
      <p:ext uri="{BB962C8B-B14F-4D97-AF65-F5344CB8AC3E}">
        <p14:creationId xmlns:p14="http://schemas.microsoft.com/office/powerpoint/2010/main" val="4604110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63755-C779-AD0A-C898-08D08DF9C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Chat Bot </a:t>
            </a:r>
            <a:r>
              <a:rPr lang="en-IN" dirty="0"/>
              <a:t>having Grok APi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7506CC5-59E3-76D6-4D93-B946DA885E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0030" y="2603500"/>
            <a:ext cx="8776253" cy="3416300"/>
          </a:xfrm>
        </p:spPr>
      </p:pic>
    </p:spTree>
    <p:extLst>
      <p:ext uri="{BB962C8B-B14F-4D97-AF65-F5344CB8AC3E}">
        <p14:creationId xmlns:p14="http://schemas.microsoft.com/office/powerpoint/2010/main" val="8476259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E5397-F2C4-5EA0-E591-2B37B803E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Chat Analysis: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255269B-A8E8-5526-5D9A-6B37A0C090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5700" y="2727267"/>
            <a:ext cx="8824913" cy="3168765"/>
          </a:xfrm>
        </p:spPr>
      </p:pic>
    </p:spTree>
    <p:extLst>
      <p:ext uri="{BB962C8B-B14F-4D97-AF65-F5344CB8AC3E}">
        <p14:creationId xmlns:p14="http://schemas.microsoft.com/office/powerpoint/2010/main" val="11851481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7ECD2-976A-BC61-25C6-824E39F91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MileStone-4:Core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B20DA7-F963-3B93-8B8B-C48FA73B7CC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ADMIN PANEL</a:t>
            </a:r>
          </a:p>
          <a:p>
            <a:pPr marL="0" indent="0">
              <a:buNone/>
            </a:pPr>
            <a:r>
              <a:rPr lang="en-IN" dirty="0"/>
              <a:t>In these milestone it explains about all intent </a:t>
            </a:r>
            <a:r>
              <a:rPr lang="en-IN" dirty="0" err="1"/>
              <a:t>manager,intent</a:t>
            </a:r>
            <a:r>
              <a:rPr lang="en-IN" dirty="0"/>
              <a:t> analysis that we can perform CRUD operation.</a:t>
            </a:r>
          </a:p>
          <a:p>
            <a:pPr marL="0" indent="0">
              <a:buNone/>
            </a:pPr>
            <a:r>
              <a:rPr lang="en-IN" dirty="0"/>
              <a:t>In it e can see the </a:t>
            </a:r>
            <a:r>
              <a:rPr lang="en-IN" dirty="0" err="1"/>
              <a:t>Chat_Analysis</a:t>
            </a:r>
            <a:r>
              <a:rPr lang="en-IN" dirty="0"/>
              <a:t>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639E21-1FB5-5151-0AF3-6D2FFF1E723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Chat Export &amp;Analysis</a:t>
            </a:r>
          </a:p>
          <a:p>
            <a:pPr marL="0" indent="0">
              <a:buNone/>
            </a:pPr>
            <a:r>
              <a:rPr lang="en-IN" dirty="0"/>
              <a:t>In these we can export the chat in </a:t>
            </a:r>
            <a:r>
              <a:rPr lang="en-IN" dirty="0" err="1"/>
              <a:t>json,html,and</a:t>
            </a:r>
            <a:r>
              <a:rPr lang="en-IN" dirty="0"/>
              <a:t> markdown.</a:t>
            </a:r>
          </a:p>
          <a:p>
            <a:pPr marL="0" indent="0">
              <a:buNone/>
            </a:pPr>
            <a:r>
              <a:rPr lang="en-IN" dirty="0"/>
              <a:t>We can manage whole data and user Management.</a:t>
            </a:r>
          </a:p>
          <a:p>
            <a:pPr marL="0" indent="0">
              <a:buNone/>
            </a:pPr>
            <a:r>
              <a:rPr lang="en-IN" dirty="0"/>
              <a:t>We can analysis chat by different pictorials.</a:t>
            </a:r>
          </a:p>
        </p:txBody>
      </p:sp>
    </p:spTree>
    <p:extLst>
      <p:ext uri="{BB962C8B-B14F-4D97-AF65-F5344CB8AC3E}">
        <p14:creationId xmlns:p14="http://schemas.microsoft.com/office/powerpoint/2010/main" val="10799075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CB8EE-AA79-6484-5D24-995FAC26F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Admin </a:t>
            </a:r>
            <a:r>
              <a:rPr lang="en-IN" dirty="0" err="1"/>
              <a:t>DashBoard</a:t>
            </a:r>
            <a:endParaRPr lang="en-IN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AE1C4C2E-8DB7-EC1C-18A1-268C508106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9088" y="2603500"/>
            <a:ext cx="7838136" cy="3416300"/>
          </a:xfrm>
        </p:spPr>
      </p:pic>
    </p:spTree>
    <p:extLst>
      <p:ext uri="{BB962C8B-B14F-4D97-AF65-F5344CB8AC3E}">
        <p14:creationId xmlns:p14="http://schemas.microsoft.com/office/powerpoint/2010/main" val="21756900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9DB4A-FF49-D731-F6E1-D82547046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Export Details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28297EA-C66F-5B73-8789-DFC918CDAE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1737" y="2603500"/>
            <a:ext cx="7952838" cy="3416300"/>
          </a:xfrm>
        </p:spPr>
      </p:pic>
    </p:spTree>
    <p:extLst>
      <p:ext uri="{BB962C8B-B14F-4D97-AF65-F5344CB8AC3E}">
        <p14:creationId xmlns:p14="http://schemas.microsoft.com/office/powerpoint/2010/main" val="37054745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C0CBB-6230-B364-3394-468F48254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Chat Analysis: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7501E43-EDBC-CE93-1B7C-E14077E51D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3978" y="2603500"/>
            <a:ext cx="6988357" cy="3416300"/>
          </a:xfrm>
        </p:spPr>
      </p:pic>
    </p:spTree>
    <p:extLst>
      <p:ext uri="{BB962C8B-B14F-4D97-AF65-F5344CB8AC3E}">
        <p14:creationId xmlns:p14="http://schemas.microsoft.com/office/powerpoint/2010/main" val="37917799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6A042-1D3E-18AD-2620-C0D3FAFAA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System Architecture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B6E1C1-76E5-3BF8-F6BB-645512372D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Concept: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6EA8A5-D272-D32A-9053-DCA8B8B0FE8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1. User Interface:</a:t>
            </a:r>
            <a:r>
              <a:rPr lang="en-US" dirty="0"/>
              <a:t> The customer interacts via the chat app.</a:t>
            </a:r>
          </a:p>
          <a:p>
            <a:r>
              <a:rPr lang="en-US" b="1" dirty="0"/>
              <a:t>2. NLP Layer:</a:t>
            </a:r>
            <a:r>
              <a:rPr lang="en-US" dirty="0"/>
              <a:t> The bot processes natural language to understand 'Intent' (e.g., Check Balance).</a:t>
            </a:r>
          </a:p>
          <a:p>
            <a:r>
              <a:rPr lang="en-US" b="1" dirty="0"/>
              <a:t>3. Business Logic:</a:t>
            </a:r>
            <a:r>
              <a:rPr lang="en-US" dirty="0"/>
              <a:t> The backend verifies credentials and formats the request.</a:t>
            </a:r>
          </a:p>
          <a:p>
            <a:r>
              <a:rPr lang="en-US" b="1" dirty="0"/>
              <a:t>4. Banking API:</a:t>
            </a:r>
            <a:r>
              <a:rPr lang="en-US" dirty="0"/>
              <a:t> Securely fetches data from the core banking ledger.</a:t>
            </a:r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7DC2E0-800D-D7A3-AC13-8E5A851D8C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This modular design ensures security and scalability.</a:t>
            </a:r>
            <a:endParaRPr lang="en-IN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15FABD4E-0564-8422-E444-BE88289821F8}"/>
              </a:ext>
            </a:extLst>
          </p:cNvPr>
          <p:cNvPicPr>
            <a:picLocks noGrp="1" noChangeAspect="1" noChangeArrowheads="1"/>
          </p:cNvPicPr>
          <p:nvPr>
            <p:ph sz="quarter" idx="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2311" y="1440426"/>
            <a:ext cx="4149212" cy="4667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45103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800D7-7428-0B65-30FC-44084AA96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Target Audience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9F59D4-16AA-986B-4C20-2D773EB371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Students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4616A2-24C7-BDA1-4930-F5DB203499B6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-2846776" y="4212151"/>
            <a:ext cx="3141879" cy="2847293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A21E4F-0C0C-86E6-F2A2-BF5183F113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IN" dirty="0"/>
              <a:t>Professionals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B58BDEF-FB18-F093-A9A5-8284FC22599B}"/>
              </a:ext>
            </a:extLst>
          </p:cNvPr>
          <p:cNvSpPr>
            <a:spLocks noGrp="1"/>
          </p:cNvSpPr>
          <p:nvPr>
            <p:ph type="body" sz="half" idx="16"/>
          </p:nvPr>
        </p:nvSpPr>
        <p:spPr>
          <a:xfrm>
            <a:off x="4439189" y="4137365"/>
            <a:ext cx="3147009" cy="2847293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C25B454-459B-5F7E-AF03-CC56786E08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IN" dirty="0"/>
              <a:t>Seniors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BA57CEF-B88D-FBEE-683B-786B728B67EA}"/>
              </a:ext>
            </a:extLst>
          </p:cNvPr>
          <p:cNvSpPr>
            <a:spLocks noGrp="1"/>
          </p:cNvSpPr>
          <p:nvPr>
            <p:ph type="body" sz="half" idx="17"/>
          </p:nvPr>
        </p:nvSpPr>
        <p:spPr>
          <a:xfrm>
            <a:off x="11290189" y="4212149"/>
            <a:ext cx="3145536" cy="2847293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CDA19FAE-BEBD-8DAB-83AB-37A8E8CD07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026" y="3602358"/>
            <a:ext cx="3209925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3667AE67-DED0-25A8-AF94-F90CFB0665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2968" y="3503082"/>
            <a:ext cx="3219450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>
            <a:extLst>
              <a:ext uri="{FF2B5EF4-FFF2-40B4-BE49-F238E27FC236}">
                <a16:creationId xmlns:a16="http://schemas.microsoft.com/office/drawing/2014/main" id="{8DCC4B02-AB03-BD12-A68E-1D7D9AB360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0739" y="3602358"/>
            <a:ext cx="3219450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60179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993D1-EAF7-47C2-D624-792355135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Technology Stack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8EAE34-368F-FBBF-A843-DDA6F8FB60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Backend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CD8A65-AE3F-9E1F-4436-A1947F7D6065}"/>
              </a:ext>
            </a:extLst>
          </p:cNvPr>
          <p:cNvSpPr>
            <a:spLocks noGrp="1"/>
          </p:cNvSpPr>
          <p:nvPr>
            <p:ph type="body" sz="half" idx="15"/>
          </p:nvPr>
        </p:nvSpPr>
        <p:spPr/>
        <p:txBody>
          <a:bodyPr/>
          <a:lstStyle/>
          <a:p>
            <a:r>
              <a:rPr lang="en-US" dirty="0"/>
              <a:t>Python with Flask/Django for robust logic handling and API connectivity.</a:t>
            </a:r>
          </a:p>
          <a:p>
            <a:br>
              <a:rPr lang="en-US" dirty="0"/>
            </a:br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DB107A-D2CC-4710-570F-A775CE9436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IN" dirty="0"/>
              <a:t>NLP Engine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0343592-2007-450A-ADE9-B0230CB59870}"/>
              </a:ext>
            </a:extLst>
          </p:cNvPr>
          <p:cNvSpPr>
            <a:spLocks noGrp="1"/>
          </p:cNvSpPr>
          <p:nvPr>
            <p:ph type="body" sz="half" idx="16"/>
          </p:nvPr>
        </p:nvSpPr>
        <p:spPr/>
        <p:txBody>
          <a:bodyPr/>
          <a:lstStyle/>
          <a:p>
            <a:r>
              <a:rPr lang="en-US" dirty="0" err="1"/>
              <a:t>Dialogflow</a:t>
            </a:r>
            <a:r>
              <a:rPr lang="en-US" dirty="0"/>
              <a:t> or Rasa for intent recognition and entity extraction.</a:t>
            </a:r>
          </a:p>
          <a:p>
            <a:br>
              <a:rPr lang="en-US" dirty="0"/>
            </a:br>
            <a:endParaRPr lang="en-IN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0F1F4F1-557D-1ADF-00BD-EDFD6000B1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IN" dirty="0"/>
              <a:t>Frontend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21D7CB-EF5A-067C-55EA-23F40876CE59}"/>
              </a:ext>
            </a:extLst>
          </p:cNvPr>
          <p:cNvSpPr>
            <a:spLocks noGrp="1"/>
          </p:cNvSpPr>
          <p:nvPr>
            <p:ph type="body" sz="half" idx="17"/>
          </p:nvPr>
        </p:nvSpPr>
        <p:spPr/>
        <p:txBody>
          <a:bodyPr/>
          <a:lstStyle/>
          <a:p>
            <a:r>
              <a:rPr lang="en-IN" dirty="0"/>
              <a:t>Use </a:t>
            </a:r>
            <a:r>
              <a:rPr lang="en-IN" dirty="0" err="1"/>
              <a:t>html,css</a:t>
            </a:r>
            <a:endParaRPr lang="en-IN" dirty="0"/>
          </a:p>
          <a:p>
            <a:r>
              <a:rPr lang="en-IN" dirty="0" err="1"/>
              <a:t>Streamlit</a:t>
            </a:r>
            <a:r>
              <a:rPr lang="en-IN" dirty="0"/>
              <a:t> app</a:t>
            </a:r>
          </a:p>
        </p:txBody>
      </p:sp>
    </p:spTree>
    <p:extLst>
      <p:ext uri="{BB962C8B-B14F-4D97-AF65-F5344CB8AC3E}">
        <p14:creationId xmlns:p14="http://schemas.microsoft.com/office/powerpoint/2010/main" val="19879148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C67D3-50F4-6ED0-ECD6-C7D8D75D1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br>
              <a:rPr lang="en-IN" dirty="0"/>
            </a:br>
            <a:r>
              <a:rPr lang="en-IN" dirty="0"/>
              <a:t>Questions?</a:t>
            </a:r>
            <a:br>
              <a:rPr lang="en-IN" dirty="0"/>
            </a:br>
            <a:r>
              <a:rPr lang="en-IN" dirty="0"/>
              <a:t>Thank you for listening</a:t>
            </a:r>
            <a:br>
              <a:rPr lang="en-IN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F8A581-2F5B-1C0F-DFCB-E55E614C53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IN" dirty="0"/>
              <a:t>VALLIVEDU MADHURI REDDY</a:t>
            </a:r>
          </a:p>
          <a:p>
            <a:pPr algn="ctr"/>
            <a:r>
              <a:rPr lang="en-IN" dirty="0" err="1"/>
              <a:t>Bank_Bot</a:t>
            </a:r>
            <a:r>
              <a:rPr lang="en-IN" dirty="0"/>
              <a:t> project</a:t>
            </a:r>
          </a:p>
        </p:txBody>
      </p:sp>
    </p:spTree>
    <p:extLst>
      <p:ext uri="{BB962C8B-B14F-4D97-AF65-F5344CB8AC3E}">
        <p14:creationId xmlns:p14="http://schemas.microsoft.com/office/powerpoint/2010/main" val="316531594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59</TotalTime>
  <Words>509</Words>
  <Application>Microsoft Office PowerPoint</Application>
  <PresentationFormat>Widescreen</PresentationFormat>
  <Paragraphs>74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Century Gothic</vt:lpstr>
      <vt:lpstr>Wingdings 3</vt:lpstr>
      <vt:lpstr>Ion Boardroom</vt:lpstr>
      <vt:lpstr>Project Bank Bot AI Chatbot For Banking FAQs</vt:lpstr>
      <vt:lpstr>Project Overview  </vt:lpstr>
      <vt:lpstr>OUR Vision</vt:lpstr>
      <vt:lpstr>The Challenge &amp; Our Solution</vt:lpstr>
      <vt:lpstr>MileStone 1:Core Features</vt:lpstr>
      <vt:lpstr>Train Intents &amp; NLU Visualizer</vt:lpstr>
      <vt:lpstr>Intent Analysis</vt:lpstr>
      <vt:lpstr>Milestone 2:Core Features</vt:lpstr>
      <vt:lpstr>ChatBot Home Page</vt:lpstr>
      <vt:lpstr>Chatting application</vt:lpstr>
      <vt:lpstr>Milestone-3:CoreFeatures</vt:lpstr>
      <vt:lpstr>Chat Bot having Grok APi</vt:lpstr>
      <vt:lpstr>Chat Analysis:</vt:lpstr>
      <vt:lpstr>MileStone-4:Core Features</vt:lpstr>
      <vt:lpstr>Admin DashBoard</vt:lpstr>
      <vt:lpstr>Export Details</vt:lpstr>
      <vt:lpstr>Chat Analysis:</vt:lpstr>
      <vt:lpstr>System Architecture</vt:lpstr>
      <vt:lpstr>Target Audience</vt:lpstr>
      <vt:lpstr>Technology Stack</vt:lpstr>
      <vt:lpstr> Questions? Thank you for listening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DHUDHI THARUN</dc:creator>
  <cp:lastModifiedBy>DHUDHI THARUN</cp:lastModifiedBy>
  <cp:revision>1</cp:revision>
  <dcterms:created xsi:type="dcterms:W3CDTF">2026-01-12T06:30:27Z</dcterms:created>
  <dcterms:modified xsi:type="dcterms:W3CDTF">2026-01-12T07:29:40Z</dcterms:modified>
</cp:coreProperties>
</file>